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Knights of the Round Table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struggle to build income and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Community tools, apps, and mutual aid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Dollars, Detox, Advocate, Crisis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Founders Circle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25 early supporters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kortx.ca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